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 as an enhancement of the supplied lab. This is a team project; do not claim that the group wrote the routing engine. Instructor scope approval and the required Jenkins evidence remain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customer problem before the implementation. The supplied lab uses GraphHopper; the instructor guide mentions MapQuest, so provider approval is still an explicit team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one route through the actual functions. Geocoding and routing use HTTPS GET requests. History and exports reuse validated route data without making additional requests.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command-line output in the demonstration. Point out that readable plain text works without color and that malformed replies do not need to become tracebacks or expose the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python scripts/demo_offline.py. The banner says SYNTHETIC: these are fixed mocked replies, not a new live GraphHopper route. The second coordinates must reach routing. Exports retain directions even when terminal summary mode is selected.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offline replay, show history viewing and TXT/CSV export after the initial JSON export. The script verifies that only the initial three mocked HTTP calls occurred. Explain that there is no persistent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python scripts/run_offline_tests.py. The runner clears the real key, disables dotenv loading and blocks unmocked HTTP/socket connections. Failure and empty discovery return nonzero status. Merged-main run: https://github.com/FlimsyOwl12/DEVASC-Project/actions/runs/39121848255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observations were recorded October 14 using Manila City Hall to Quezon Memorial Circle. They predate F7/F8, are historical account-specific results, and are not a claim that this presentation made live requests. Source: docs/live-verification.md. Never show the API key or full credential-bearing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DRAFT records Justine Smith Rendaje as scrum leader, Wilhelm Ramesh Dimacisil as recorder, and John Jessienel Arquesola / Janwel Gilo as Prompt Engineers. Each member should describe work they actually did and can explain. Personal contribution/challenge/lesson statements are still awaiting confirmation. PR #27 has an LGTM comment recorded as COMMENTED, not a formal APPROVED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GraphHopper provides routes while Jenkins tests the code. GitHub Actions is verified but supplementary. The local Jenkins package is prepared in a separate PR, not a running/verified service. Merge it, configure checkout credentials in Jenkins, run the job once and record real build evidence. Do not claim polling is a verified GitHub webhook.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distinguishing implemented application features from unfinished course deliverables. The supplied instructor guide lists required rubrics but does not include the detailed student questions/scoring criteria. Obtain the actual rubric, rather than inventing grades or personal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local materials: docs/final-report.md and docs/test-results.md (final report PR); docs/demo-guide.md; docs/team-reflection.md; docs/jenkins-local-setup.md (Jenkins PR); docs/live-verification.md. Also use the supplied DEVASC Project.pdf and REST API lab. All four documentation/setup PRs should be reviewed and merged before using repository-relative links as a final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FlimsyOwl12/DEVASC-Project/pull/27" TargetMode="External"/><Relationship Id="rId4" Type="http://schemas.openxmlformats.org/officeDocument/2006/relationships/hyperlink" Target="https://github.com/FlimsyOwl12/DEVASC-Project/actions/runs/39121848255" TargetMode="External"/><Relationship Id="rId5" Type="http://schemas.openxmlformats.org/officeDocument/2006/relationships/hyperlink" Target="https://github.com/FlimsyOwl12/DEVASC-Project" TargetMode="External"/><Relationship Id="rId6" Type="http://schemas.openxmlformats.org/officeDocument/2006/relationships/hyperlink" Target="https://github.com/Cocoasaur/devasc-graphhopper-api/tree/2289d4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899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183447"/>
                </a:solidFill>
                <a:latin typeface="Arial"/>
              </a:rPr>
              <a:t>Routes you can read,</a:t>
            </a:r>
          </a:p>
          <a:p>
            <a:pPr>
              <a:spcAft>
                <a:spcPts val="600"/>
              </a:spcAft>
            </a:pPr>
            <a:r>
              <a:rPr sz="4400" b="1">
                <a:solidFill>
                  <a:srgbClr val="183447"/>
                </a:solidFill>
                <a:latin typeface="Arial"/>
              </a:rPr>
              <a:t>choose and save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087F78"/>
                </a:solidFill>
                <a:latin typeface="Arial"/>
              </a:rPr>
              <a:t>Python + GraphHopper REST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26574"/>
                </a:solidFill>
                <a:latin typeface="Arial"/>
              </a:rPr>
              <a:t>PalpakGPT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26574"/>
                </a:solidFill>
                <a:latin typeface="Arial"/>
              </a:rPr>
              <a:t>Activities 3 and 4 | October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What problem are we solving?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Choose the intended 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Several places may share the same name. The user needs enough detail to choose.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Read a useful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Show familiar units, clear totals and directions without asking users to read JSON.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Keep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Save directions locally and reuse a route during the same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Build on the 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Retain the REST API workflow while improving input, output and error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From terminal input to a reusable route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1 / Choose 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83447"/>
                </a:solidFill>
                <a:latin typeface="Arial"/>
              </a:rPr>
              <a:t>Travel profile, metric/imperial units, summary/detailed output.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2 / Geocode origin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83447"/>
                </a:solidFill>
                <a:latin typeface="Arial"/>
              </a:rPr>
              <a:t>Validate up to five candidates; show coordinates and accept the selected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46120"/>
            <a:ext cx="53766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33924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3 / Geocode destination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867911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83447"/>
                </a:solidFill>
                <a:latin typeface="Arial"/>
              </a:rPr>
              <a:t>Choose the destination; stop safely if a location is not found.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246120"/>
            <a:ext cx="53766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33924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4 / Request 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867911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83447"/>
                </a:solidFill>
                <a:latin typeface="Arial"/>
              </a:rPr>
              <a:t>Send the selected coordinates and profile; validate the JSON path.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53766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7640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5 / Display and remember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23951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83447"/>
                </a:solidFill>
                <a:latin typeface="Arial"/>
              </a:rPr>
              <a:t>Print totals/directions; retain the last ten successful routes.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617720"/>
            <a:ext cx="5376672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7640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6 / Export locally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523951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83447"/>
                </a:solidFill>
                <a:latin typeface="Arial"/>
              </a:rPr>
              <a:t>TXT, JSON or CSV; check filenames and avoid silent overwrites.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Core enhancements: F1 to F4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F1 /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Metric or imperial values apply to totals and every direction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F2 / Clear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Aligned summary, HH:MM:SS duration and numbered plain-text directions.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F3 / Output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Summary retains totals; detailed mode also shows directions.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F4 / Response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Validate fields and numeric ranges; recover safely and redact the key.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F7 / Save a route. F8 / Choose a 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10972800" cy="4389120"/>
          </a:xfrm>
          <a:prstGeom prst="roundRect">
            <a:avLst/>
          </a:prstGeom>
          <a:solidFill>
            <a:srgbClr val="18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0D4C6"/>
                </a:solidFill>
                <a:latin typeface="Arial"/>
              </a:rPr>
              <a:t>SYNTHETIC OFFLINE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104241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1. Central Park, Example City (lat: 10.0, lng: 20.0)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2. Central Park, Example City (lat: 11.0, lng: 21.0)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Select a location: 2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Distance    : 2.0 miles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Duration    : 00:10:00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1. Turn left onto Example Street (1.0 miles)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2. Arrive at Demo Destination (1.0 miles)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DejaVu Sans Mono"/>
              </a:rPr>
              <a:t>Export formats: TXT | JSON | 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Menu and session history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Find a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Run the profile, unit, output-mode and location-selection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View Route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Inspect any of the last ten successful routes without another HTTP request.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Export Previous Route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Save an existing session record in another supported format.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Session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History is in memory. It disappears when the application exits.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Verification we can reproduce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93008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6400" b="1">
                <a:solidFill>
                  <a:srgbClr val="087F78"/>
                </a:solidFill>
                <a:latin typeface="Arial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0">
                <a:solidFill>
                  <a:srgbClr val="183447"/>
                </a:solidFill>
                <a:latin typeface="Arial"/>
              </a:rPr>
              <a:t>offline unittest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103120"/>
            <a:ext cx="3493008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4688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6400" b="1">
                <a:solidFill>
                  <a:srgbClr val="087F7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384048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0">
                <a:solidFill>
                  <a:srgbClr val="183447"/>
                </a:solidFill>
                <a:latin typeface="Arial"/>
              </a:rPr>
              <a:t>CI Python versions: 3.10 / 3.14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5864" y="2103120"/>
            <a:ext cx="3493008" cy="2926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24688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6400" b="1">
                <a:solidFill>
                  <a:srgbClr val="087F78"/>
                </a:solidFill>
                <a:latin typeface="Arial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384048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0">
                <a:solidFill>
                  <a:srgbClr val="183447"/>
                </a:solidFill>
                <a:latin typeface="Arial"/>
              </a:rPr>
              <a:t>live API calls in the offline suite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526574"/>
                </a:solidFill>
                <a:latin typeface="Arial"/>
              </a:rPr>
              <a:t>Merged-main CI passed; Jenkins execution is still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Live evidence is a separate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11.6 km | 1,079,659 ms | 10 direction steps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Bike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12.4 km | 2,532,665 ms | 39 direction steps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11.6 km | 8,585,308 ms | 72 direction steps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Disconnected route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Manila to Honolulu: HTTP 400, connection between locations not found.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Collaboration and review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Scoped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F1/F2/F4/F3: PRs #21–#24. F9 pipeline code: PR #26.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F7/F8 batch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PR #27 merged October 18; exports, candidate selection, menu and history.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Review fixes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Show coordinates for identical labels; remove nine tracked cache files.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Attribution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Confirm each member's real contribution. Upload identity is not sole authorship.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Activity 4: Jenkins is required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Pipeline stages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Checkout → Install dependencies → Offline tests → Archive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Automatic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SCM polling supports local Jenkins; a webhook needs a reachable server.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Prepared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Local Docker/Compose package, Python/venv and required Jenkins plugins.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Still to 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Real success, deliberate failure, recovery and new-commit trigger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Limits and the final team handoff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Provider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Coverage, quotas, profile access and availability depend on the API/account.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2082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Application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496312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Terminal UI; no map/database; only ten in-memory session records.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Team confirmation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Feature owners, actual contributions, scope approval and the presentation rehearsal.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37667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123944"/>
            <a:ext cx="497433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100" b="1">
                <a:solidFill>
                  <a:srgbClr val="087F78"/>
                </a:solidFill>
                <a:latin typeface="Arial"/>
              </a:rPr>
              <a:t>Assessment still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599431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83447"/>
                </a:solidFill>
                <a:latin typeface="Arial"/>
              </a:rPr>
              <a:t>Complete the official rubric and personal reflections from actual experience.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87F78"/>
                </a:solidFill>
                <a:latin typeface="Arial"/>
              </a:rPr>
              <a:t>DEVASC / OPTION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98480" y="320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26574"/>
                </a:solidFill>
                <a:latin typeface="Arial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26574"/>
                </a:solidFill>
                <a:latin typeface="Arial"/>
              </a:rPr>
              <a:t>PalpakGPT  ·  Activities 3 + 4  ·  18 October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100" b="1">
                <a:solidFill>
                  <a:srgbClr val="183447"/>
                </a:solidFill>
                <a:latin typeface="Arial"/>
              </a:rPr>
              <a:t>Evidence to open during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87F78"/>
                </a:solidFill>
                <a:latin typeface="Arial"/>
                <a:hlinkClick r:id="rId3"/>
              </a:rPr>
              <a:t>Merged F7/F8 changes / PR #27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9572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6574"/>
                </a:solidFill>
                <a:latin typeface="Arial"/>
                <a:hlinkClick r:id="rId3"/>
              </a:rPr>
              <a:t>https://github.com/FlimsyOwl12/DEVASC-Project/pull/27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87F78"/>
                </a:solidFill>
                <a:latin typeface="Arial"/>
                <a:hlinkClick r:id="rId4"/>
              </a:rPr>
              <a:t>Merged-main 69-test CI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6574"/>
                </a:solidFill>
                <a:latin typeface="Arial"/>
                <a:hlinkClick r:id="rId4"/>
              </a:rPr>
              <a:t>https://github.com/FlimsyOwl12/DEVASC-Project/actions/runs/39121848255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87F78"/>
                </a:solidFill>
                <a:latin typeface="Arial"/>
                <a:hlinkClick r:id="rId5"/>
              </a:rPr>
              <a:t>Repository and task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24527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6574"/>
                </a:solidFill>
                <a:latin typeface="Arial"/>
                <a:hlinkClick r:id="rId5"/>
              </a:rPr>
              <a:t>https://github.com/FlimsyOwl12/DEVASC-Project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87F78"/>
                </a:solidFill>
                <a:latin typeface="Arial"/>
                <a:hlinkClick r:id="rId6"/>
              </a:rPr>
              <a:t>Original lab 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38927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6574"/>
                </a:solidFill>
                <a:latin typeface="Arial"/>
                <a:hlinkClick r:id="rId6"/>
              </a:rPr>
              <a:t>https://github.com/Cocoasaur/devasc-graphhopper-api/tree/2289d4d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DEVASC Option 1 — GraphHopper enhancements</dc:title>
  <dc:subject/>
  <dc:creator>PalpakGPT</dc:creator>
  <cp:keywords/>
  <dc:description>generated using python-pptx</dc:description>
  <cp:lastModifiedBy>PalpakGPT</cp:lastModifiedBy>
  <cp:revision>1</cp:revision>
  <dcterms:created xsi:type="dcterms:W3CDTF">2026-10-18T00:00:00Z</dcterms:created>
  <dcterms:modified xsi:type="dcterms:W3CDTF">2026-10-18T00:00:00Z</dcterms:modified>
  <cp:category/>
</cp:coreProperties>
</file>